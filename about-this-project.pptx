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79463-F75E-426F-8399-20D85598C29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BCDA1-E466-4DA7-A9D4-D59E5A0BA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509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BCDA1-E466-4DA7-A9D4-D59E5A0BA7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28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A5FBF-0A15-9CDD-D7AE-14261A246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7C29E8-4C97-DA0B-586F-67D0C4D76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7EB75-E47A-C352-78BC-6451AF7DD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6842-FDB1-4D41-8D37-F27446D5BCA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A8868-FDDF-9E60-70B2-13BC2C223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15D60-0AD5-3939-37D0-C0A955B7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D910-4488-42C9-B2D8-5BF675FA9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44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B91C0-97C8-78D4-898C-54C8F10A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BE3D6-2FFD-0292-FC8F-26534DCC6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2DE9E-9751-F86E-F7AD-0A9637B98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6842-FDB1-4D41-8D37-F27446D5BCA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95B2B-871F-758C-AAD1-DE6017D54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95F0B-4593-93CD-FCF4-544F9CE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D910-4488-42C9-B2D8-5BF675FA9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31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0BB18-61A2-C91E-BDA6-D7B2FBD22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6B970-3A82-038A-5394-01BEC2AD6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415B4-CD49-65CB-DCAA-2A958910F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6842-FDB1-4D41-8D37-F27446D5BCA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D6669-2F24-21A7-9E71-C8D8E5C47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84A45-DC65-1BA4-ED5C-21B124108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D910-4488-42C9-B2D8-5BF675FA9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7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EF9E8-1B50-3588-1A5B-D94703DAA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83B15-D432-B79D-C2BA-763810D3CE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2F3AD-10FE-E250-F754-66F399A14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EFE49-A040-B963-AD87-E42E6BE9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6842-FDB1-4D41-8D37-F27446D5BCA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450BD-59C2-2D2B-05DB-82391E8C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F0273-6BB9-6CEF-8517-01FBDE26C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D910-4488-42C9-B2D8-5BF675FA9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48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B81A2-29EF-5383-05CB-40A31A514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3B6EB-375C-1532-2F7F-EEFD2D122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D5DD88-A10D-25AA-2429-91CFECEBA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FC5F0C-F3DC-BACD-CA81-C42A5E4811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5A6E99-0C22-3ED2-A492-E215D11E2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47C79-774F-4277-8B57-DE9961406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6842-FDB1-4D41-8D37-F27446D5BCA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F00EF5-46AD-CF81-5FD8-1C7DDD28C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3DBA4C-804E-4143-3DAE-FFE34E190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D910-4488-42C9-B2D8-5BF675FA9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670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F38D-F39C-2B8B-EA24-BA03AEFB6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CFC1D-A0C3-9C5C-2DB9-8DB5167CD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6842-FDB1-4D41-8D37-F27446D5BCA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043328-9162-4827-8D00-3FF6BC75E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33D5A5-6693-CF88-2ABA-72DA1A87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D910-4488-42C9-B2D8-5BF675FA9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722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85CF78-FB3D-E7B1-04B6-E981EFB5C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6842-FDB1-4D41-8D37-F27446D5BCA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8A25B9-5F75-F2B1-96F2-3868848C0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E141D-736F-EBB2-DDDC-89DB345A0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D910-4488-42C9-B2D8-5BF675FA9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83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C8A28-E697-963D-9215-87D3FCBF8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74270-EEFA-D8CF-5734-EF1DAB73F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CBDA7-BE53-C319-4C9C-BFCBB8D16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7465C-4B86-7BF9-8C0C-7F057C707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6842-FDB1-4D41-8D37-F27446D5BCA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DEBF5-B59E-2638-D4B5-CEFD7EA99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237A1-F007-6464-95B8-7884038F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D910-4488-42C9-B2D8-5BF675FA9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55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10FD3-F8D2-BDAC-F0CF-969B7CFAA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540547-F908-3E36-5BD9-156E432386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7A2E7-6E3D-5E01-9F47-177C36A87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5BE1F-C02F-E0BC-2948-9D0726DD5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6842-FDB1-4D41-8D37-F27446D5BCA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F5E75-09A9-BC81-61C5-1A204564F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41F25-895E-EE47-0491-09333A56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D910-4488-42C9-B2D8-5BF675FA9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07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8D2A-C575-88A3-31AE-FBF357CAB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76B77-2F14-8C2F-B5A7-286B6153F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4EA16-7190-FF26-75BE-856DCFE7B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6842-FDB1-4D41-8D37-F27446D5BCA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FD82F-5EFE-647F-AB97-E6F89FF03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98EAC-DABD-8231-B33B-DA32ACBD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D910-4488-42C9-B2D8-5BF675FA9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65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B4096-A2F8-03BA-BABB-A2F784821B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BB880-4B43-710A-D57E-68E023B99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FEE8D-ED0F-3163-0BAD-BAA2E4C4F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6842-FDB1-4D41-8D37-F27446D5BCA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C8B65-E724-0F63-251B-1C8C90E23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B0F6C-E3ED-98A2-C4CE-5B993DB9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D910-4488-42C9-B2D8-5BF675FA9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8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F92E79-39C7-5438-E35E-D5ECA3BC4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729C4-DF87-3D24-3880-4E9ECD69D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5BB6-BE6C-1F2D-D065-BC2E878133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76842-FDB1-4D41-8D37-F27446D5BCA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A78D2-8152-6B62-84FC-242C21307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FAFBF-0A43-F533-6D4D-5E31F7BB1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DD910-4488-42C9-B2D8-5BF675FA9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17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401152-20AC-FDC1-74FE-5CDD1CDE3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850" y="247650"/>
            <a:ext cx="11544300" cy="6362700"/>
          </a:xfrm>
        </p:spPr>
        <p:txBody>
          <a:bodyPr/>
          <a:lstStyle/>
          <a:p>
            <a:r>
              <a:rPr lang="en-US" b="1" dirty="0"/>
              <a:t>Requirement:</a:t>
            </a:r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Host a static website that is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scalable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robust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globally available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Cost effective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Fast loading times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AWS with S3 bucket for static hosting and CloudFront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website is built in Next.js on the React platform and is a commonly used web development platform.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We need to build a deployable package with a static representation of our web page to deploy this to our </a:t>
            </a:r>
            <a:r>
              <a:rPr lang="en-US" dirty="0" err="1"/>
              <a:t>IaC</a:t>
            </a:r>
            <a:r>
              <a:rPr lang="en-US" dirty="0"/>
              <a:t> infrastructure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507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A85A2-5339-6BEC-4193-E79B1BE09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23B4D6-BA81-8916-8EA5-1A715E572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850" y="247650"/>
            <a:ext cx="11544300" cy="63627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Next.js</a:t>
            </a:r>
          </a:p>
          <a:p>
            <a:pPr algn="l"/>
            <a:endParaRPr lang="en-US" dirty="0"/>
          </a:p>
          <a:p>
            <a:pPr algn="l"/>
            <a:r>
              <a:rPr lang="en-US" sz="2900" dirty="0"/>
              <a:t>Next.js is an open-source React framework maintained by </a:t>
            </a:r>
            <a:r>
              <a:rPr lang="en-US" sz="2900" dirty="0" err="1"/>
              <a:t>Vercel</a:t>
            </a:r>
            <a:r>
              <a:rPr lang="en-US" sz="2900" dirty="0"/>
              <a:t>, which is great for static websites, blogs, and portfolios like this one</a:t>
            </a:r>
          </a:p>
          <a:p>
            <a:pPr algn="l"/>
            <a:endParaRPr lang="en-US" dirty="0"/>
          </a:p>
          <a:p>
            <a:pPr algn="l"/>
            <a:r>
              <a:rPr lang="en-US" sz="2900" dirty="0"/>
              <a:t>Installation:</a:t>
            </a:r>
            <a:r>
              <a:rPr lang="en-US" dirty="0"/>
              <a:t>  </a:t>
            </a:r>
            <a:r>
              <a:rPr lang="en-US" b="1" dirty="0" err="1">
                <a:solidFill>
                  <a:schemeClr val="tx2"/>
                </a:solidFill>
              </a:rPr>
              <a:t>npx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create-next-app@latest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nextjs</a:t>
            </a:r>
            <a:r>
              <a:rPr lang="en-US" b="1" dirty="0">
                <a:solidFill>
                  <a:srgbClr val="FF0000"/>
                </a:solidFill>
              </a:rPr>
              <a:t>-blog</a:t>
            </a:r>
            <a:r>
              <a:rPr lang="en-US" b="1" dirty="0">
                <a:solidFill>
                  <a:schemeClr val="tx2"/>
                </a:solidFill>
              </a:rPr>
              <a:t> --use-</a:t>
            </a:r>
            <a:r>
              <a:rPr lang="en-US" b="1" dirty="0" err="1">
                <a:solidFill>
                  <a:schemeClr val="tx2"/>
                </a:solidFill>
              </a:rPr>
              <a:t>npm</a:t>
            </a:r>
            <a:r>
              <a:rPr lang="en-US" b="1" dirty="0">
                <a:solidFill>
                  <a:schemeClr val="tx2"/>
                </a:solidFill>
              </a:rPr>
              <a:t> --example "https://github.com/</a:t>
            </a:r>
            <a:r>
              <a:rPr lang="en-US" b="1" dirty="0" err="1">
                <a:solidFill>
                  <a:schemeClr val="tx2"/>
                </a:solidFill>
              </a:rPr>
              <a:t>vercel</a:t>
            </a:r>
            <a:r>
              <a:rPr lang="en-US" b="1" dirty="0">
                <a:solidFill>
                  <a:schemeClr val="tx2"/>
                </a:solidFill>
              </a:rPr>
              <a:t>/next-learn/tree/main/basics/learn-starter"</a:t>
            </a:r>
          </a:p>
          <a:p>
            <a:pPr algn="l"/>
            <a:r>
              <a:rPr lang="en-US" dirty="0"/>
              <a:t>This downloads files from that repo and creates </a:t>
            </a:r>
            <a:r>
              <a:rPr lang="en-US" b="1" dirty="0" err="1">
                <a:solidFill>
                  <a:srgbClr val="FF0000"/>
                </a:solidFill>
              </a:rPr>
              <a:t>nextjs</a:t>
            </a:r>
            <a:r>
              <a:rPr lang="en-US" b="1" dirty="0">
                <a:solidFill>
                  <a:srgbClr val="FF0000"/>
                </a:solidFill>
              </a:rPr>
              <a:t>-blog</a:t>
            </a:r>
            <a:r>
              <a:rPr lang="en-US" dirty="0"/>
              <a:t> folder with needed files.  Update to the latest with </a:t>
            </a:r>
            <a:r>
              <a:rPr lang="en-US" dirty="0" err="1"/>
              <a:t>npm</a:t>
            </a:r>
            <a:r>
              <a:rPr lang="en-US" dirty="0"/>
              <a:t> install </a:t>
            </a:r>
            <a:r>
              <a:rPr lang="en-US" dirty="0">
                <a:solidFill>
                  <a:srgbClr val="FF0000"/>
                </a:solidFill>
              </a:rPr>
              <a:t>-g npm@11.12.1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Key Benefits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Server-Side Rendering that generates pages on the server for each request</a:t>
            </a:r>
            <a:br>
              <a:rPr lang="en-US" dirty="0"/>
            </a:b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Static Site Generation (SSG): Pre-renders pages at build time</a:t>
            </a:r>
            <a:br>
              <a:rPr lang="en-US" dirty="0"/>
            </a:b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API Routes that support serverless functions</a:t>
            </a:r>
            <a:br>
              <a:rPr lang="en-US" dirty="0"/>
            </a:b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File-Based Routing: Simplified navigation</a:t>
            </a:r>
            <a:br>
              <a:rPr lang="en-US" dirty="0"/>
            </a:b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Built-In CSS support</a:t>
            </a:r>
            <a:br>
              <a:rPr lang="en-US" dirty="0"/>
            </a:b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Automatic Code Splitting: Loads only necessary JavaScript for the page in front of you</a:t>
            </a:r>
            <a:br>
              <a:rPr lang="en-US" dirty="0"/>
            </a:b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168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8D93F-4192-5EBA-C5DE-C5F439EC0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1678E9-9B76-5B2F-DC35-21DA0EDC5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850" y="247650"/>
            <a:ext cx="11544300" cy="6362700"/>
          </a:xfrm>
        </p:spPr>
        <p:txBody>
          <a:bodyPr>
            <a:normAutofit/>
          </a:bodyPr>
          <a:lstStyle/>
          <a:p>
            <a:r>
              <a:rPr lang="en-US" b="1" dirty="0"/>
              <a:t>Next.js – hosting package</a:t>
            </a:r>
            <a:endParaRPr lang="en-US" dirty="0"/>
          </a:p>
          <a:p>
            <a:pPr algn="l"/>
            <a:r>
              <a:rPr lang="en-US" sz="2000" dirty="0"/>
              <a:t>Now you can run the site locally (http://localhost:3000) with the </a:t>
            </a:r>
            <a:r>
              <a:rPr lang="en-US" sz="2000" b="1" dirty="0" err="1">
                <a:solidFill>
                  <a:schemeClr val="accent1"/>
                </a:solidFill>
              </a:rPr>
              <a:t>npm</a:t>
            </a:r>
            <a:r>
              <a:rPr lang="en-US" sz="2000" b="1" dirty="0">
                <a:solidFill>
                  <a:schemeClr val="accent1"/>
                </a:solidFill>
              </a:rPr>
              <a:t> run dev </a:t>
            </a:r>
            <a:r>
              <a:rPr lang="en-US" sz="2000" dirty="0"/>
              <a:t>command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Next you add a config file to assist with the export of a static version of your web page</a:t>
            </a:r>
          </a:p>
          <a:p>
            <a:r>
              <a:rPr lang="en-US" sz="1100" dirty="0">
                <a:solidFill>
                  <a:schemeClr val="accent1"/>
                </a:solidFill>
              </a:rPr>
              <a:t>/**</a:t>
            </a:r>
          </a:p>
          <a:p>
            <a:r>
              <a:rPr lang="en-US" sz="1100" dirty="0">
                <a:solidFill>
                  <a:schemeClr val="accent1"/>
                </a:solidFill>
              </a:rPr>
              <a:t> * @type {import('next').</a:t>
            </a:r>
            <a:r>
              <a:rPr lang="en-US" sz="1100" dirty="0" err="1">
                <a:solidFill>
                  <a:schemeClr val="accent1"/>
                </a:solidFill>
              </a:rPr>
              <a:t>NextConfig</a:t>
            </a:r>
            <a:r>
              <a:rPr lang="en-US" sz="1100" dirty="0">
                <a:solidFill>
                  <a:schemeClr val="accent1"/>
                </a:solidFill>
              </a:rPr>
              <a:t>}</a:t>
            </a:r>
          </a:p>
          <a:p>
            <a:r>
              <a:rPr lang="en-US" sz="1100" dirty="0">
                <a:solidFill>
                  <a:schemeClr val="accent1"/>
                </a:solidFill>
              </a:rPr>
              <a:t> */</a:t>
            </a:r>
          </a:p>
          <a:p>
            <a:r>
              <a:rPr lang="en-US" sz="1100" dirty="0">
                <a:solidFill>
                  <a:schemeClr val="accent1"/>
                </a:solidFill>
              </a:rPr>
              <a:t>const </a:t>
            </a:r>
            <a:r>
              <a:rPr lang="en-US" sz="1100" dirty="0" err="1">
                <a:solidFill>
                  <a:schemeClr val="accent1"/>
                </a:solidFill>
              </a:rPr>
              <a:t>nextConfig</a:t>
            </a:r>
            <a:r>
              <a:rPr lang="en-US" sz="1100" dirty="0">
                <a:solidFill>
                  <a:schemeClr val="accent1"/>
                </a:solidFill>
              </a:rPr>
              <a:t> = {</a:t>
            </a:r>
          </a:p>
          <a:p>
            <a:r>
              <a:rPr lang="en-US" sz="1100" dirty="0">
                <a:solidFill>
                  <a:schemeClr val="accent1"/>
                </a:solidFill>
              </a:rPr>
              <a:t>  output: 'export',</a:t>
            </a:r>
          </a:p>
          <a:p>
            <a:r>
              <a:rPr lang="en-US" sz="1100" dirty="0">
                <a:solidFill>
                  <a:schemeClr val="accent1"/>
                </a:solidFill>
              </a:rPr>
              <a:t>}</a:t>
            </a:r>
          </a:p>
          <a:p>
            <a:r>
              <a:rPr lang="en-US" sz="1100" dirty="0" err="1">
                <a:solidFill>
                  <a:schemeClr val="accent1"/>
                </a:solidFill>
              </a:rPr>
              <a:t>module.exports</a:t>
            </a:r>
            <a:r>
              <a:rPr lang="en-US" sz="1100" dirty="0">
                <a:solidFill>
                  <a:schemeClr val="accent1"/>
                </a:solidFill>
              </a:rPr>
              <a:t> = </a:t>
            </a:r>
            <a:r>
              <a:rPr lang="en-US" sz="1100" dirty="0" err="1">
                <a:solidFill>
                  <a:schemeClr val="accent1"/>
                </a:solidFill>
              </a:rPr>
              <a:t>nextConfig</a:t>
            </a:r>
            <a:endParaRPr lang="en-US" sz="1100" dirty="0">
              <a:solidFill>
                <a:schemeClr val="accent1"/>
              </a:solidFill>
            </a:endParaRP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Run </a:t>
            </a:r>
            <a:r>
              <a:rPr lang="en-US" sz="2000" b="1" dirty="0" err="1">
                <a:solidFill>
                  <a:schemeClr val="accent1"/>
                </a:solidFill>
              </a:rPr>
              <a:t>npm</a:t>
            </a:r>
            <a:r>
              <a:rPr lang="en-US" sz="2000" b="1" dirty="0">
                <a:solidFill>
                  <a:schemeClr val="accent1"/>
                </a:solidFill>
              </a:rPr>
              <a:t> run build </a:t>
            </a:r>
            <a:r>
              <a:rPr lang="en-US" sz="2000" dirty="0"/>
              <a:t>which will create a new ‘out’ folder which will be the target of our S3 bucket</a:t>
            </a:r>
          </a:p>
          <a:p>
            <a:pPr algn="l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3CCF31-B22A-B080-C063-64D278E26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759" y="1087214"/>
            <a:ext cx="5420481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38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310</Words>
  <Application>Microsoft Office PowerPoint</Application>
  <PresentationFormat>Widescreen</PresentationFormat>
  <Paragraphs>43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Geert Kinthaert</dc:creator>
  <cp:lastModifiedBy>Geert Kinthaert</cp:lastModifiedBy>
  <cp:revision>3</cp:revision>
  <dcterms:created xsi:type="dcterms:W3CDTF">2026-04-07T18:07:04Z</dcterms:created>
  <dcterms:modified xsi:type="dcterms:W3CDTF">2026-04-07T20:03:25Z</dcterms:modified>
</cp:coreProperties>
</file>